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93A6-F0C4-4604-AD2D-EE1C682AEC20}" type="datetimeFigureOut">
              <a:rPr lang="es-SV" smtClean="0"/>
              <a:t>9/3/2026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F8A925D-5964-4904-9D53-0FC4A62A8216}" type="slidenum">
              <a:rPr lang="es-SV" smtClean="0"/>
              <a:t>‹Nº›</a:t>
            </a:fld>
            <a:endParaRPr lang="es-SV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588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93A6-F0C4-4604-AD2D-EE1C682AEC20}" type="datetimeFigureOut">
              <a:rPr lang="es-SV" smtClean="0"/>
              <a:t>9/3/2026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A925D-5964-4904-9D53-0FC4A62A8216}" type="slidenum">
              <a:rPr lang="es-SV" smtClean="0"/>
              <a:t>‹Nº›</a:t>
            </a:fld>
            <a:endParaRPr lang="es-SV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69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93A6-F0C4-4604-AD2D-EE1C682AEC20}" type="datetimeFigureOut">
              <a:rPr lang="es-SV" smtClean="0"/>
              <a:t>9/3/2026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A925D-5964-4904-9D53-0FC4A62A8216}" type="slidenum">
              <a:rPr lang="es-SV" smtClean="0"/>
              <a:t>‹Nº›</a:t>
            </a:fld>
            <a:endParaRPr lang="es-SV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949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93A6-F0C4-4604-AD2D-EE1C682AEC20}" type="datetimeFigureOut">
              <a:rPr lang="es-SV" smtClean="0"/>
              <a:t>9/3/2026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A925D-5964-4904-9D53-0FC4A62A8216}" type="slidenum">
              <a:rPr lang="es-SV" smtClean="0"/>
              <a:t>‹Nº›</a:t>
            </a:fld>
            <a:endParaRPr lang="es-SV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251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93A6-F0C4-4604-AD2D-EE1C682AEC20}" type="datetimeFigureOut">
              <a:rPr lang="es-SV" smtClean="0"/>
              <a:t>9/3/2026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A925D-5964-4904-9D53-0FC4A62A8216}" type="slidenum">
              <a:rPr lang="es-SV" smtClean="0"/>
              <a:t>‹Nº›</a:t>
            </a:fld>
            <a:endParaRPr lang="es-SV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742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93A6-F0C4-4604-AD2D-EE1C682AEC20}" type="datetimeFigureOut">
              <a:rPr lang="es-SV" smtClean="0"/>
              <a:t>9/3/2026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A925D-5964-4904-9D53-0FC4A62A8216}" type="slidenum">
              <a:rPr lang="es-SV" smtClean="0"/>
              <a:t>‹Nº›</a:t>
            </a:fld>
            <a:endParaRPr lang="es-SV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367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93A6-F0C4-4604-AD2D-EE1C682AEC20}" type="datetimeFigureOut">
              <a:rPr lang="es-SV" smtClean="0"/>
              <a:t>9/3/2026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A925D-5964-4904-9D53-0FC4A62A8216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03148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93A6-F0C4-4604-AD2D-EE1C682AEC20}" type="datetimeFigureOut">
              <a:rPr lang="es-SV" smtClean="0"/>
              <a:t>9/3/2026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A925D-5964-4904-9D53-0FC4A62A8216}" type="slidenum">
              <a:rPr lang="es-SV" smtClean="0"/>
              <a:t>‹Nº›</a:t>
            </a:fld>
            <a:endParaRPr lang="es-SV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765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FA0493A6-F0C4-4604-AD2D-EE1C682AEC20}" type="datetimeFigureOut">
              <a:rPr lang="es-SV" smtClean="0"/>
              <a:t>9/3/2026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A925D-5964-4904-9D53-0FC4A62A8216}" type="slidenum">
              <a:rPr lang="es-SV" smtClean="0"/>
              <a:t>‹Nº›</a:t>
            </a:fld>
            <a:endParaRPr lang="es-SV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281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93A6-F0C4-4604-AD2D-EE1C682AEC20}" type="datetimeFigureOut">
              <a:rPr lang="es-SV" smtClean="0"/>
              <a:t>9/3/2026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A925D-5964-4904-9D53-0FC4A62A8216}" type="slidenum">
              <a:rPr lang="es-SV" smtClean="0"/>
              <a:t>‹Nº›</a:t>
            </a:fld>
            <a:endParaRPr lang="es-SV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93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93A6-F0C4-4604-AD2D-EE1C682AEC20}" type="datetimeFigureOut">
              <a:rPr lang="es-SV" smtClean="0"/>
              <a:t>9/3/2026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A925D-5964-4904-9D53-0FC4A62A8216}" type="slidenum">
              <a:rPr lang="es-SV" smtClean="0"/>
              <a:t>‹Nº›</a:t>
            </a:fld>
            <a:endParaRPr lang="es-SV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594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493A6-F0C4-4604-AD2D-EE1C682AEC20}" type="datetimeFigureOut">
              <a:rPr lang="es-SV" smtClean="0"/>
              <a:t>9/3/2026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F8A925D-5964-4904-9D53-0FC4A62A8216}" type="slidenum">
              <a:rPr lang="es-SV" smtClean="0"/>
              <a:t>‹Nº›</a:t>
            </a:fld>
            <a:endParaRPr lang="es-SV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782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localhost:5126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32F73-1458-46C5-8CDC-38537199C0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SV" dirty="0"/>
              <a:t>Especialización III:</a:t>
            </a:r>
            <a:br>
              <a:rPr lang="es-SV" dirty="0"/>
            </a:br>
            <a:r>
              <a:rPr lang="es-SV" dirty="0"/>
              <a:t>Lenguaje de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9B301C-8BC9-4568-A63B-7CFE98CAF9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SV" dirty="0"/>
          </a:p>
          <a:p>
            <a:r>
              <a:rPr lang="es-SV" dirty="0"/>
              <a:t>Programación Creativa</a:t>
            </a:r>
          </a:p>
        </p:txBody>
      </p:sp>
    </p:spTree>
    <p:extLst>
      <p:ext uri="{BB962C8B-B14F-4D97-AF65-F5344CB8AC3E}">
        <p14:creationId xmlns:p14="http://schemas.microsoft.com/office/powerpoint/2010/main" val="2005254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3B11A-992A-43AA-B38E-80AA1AFEB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Introducción a la Arquitectura de Software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37D79E-F308-4044-B1FF-4C0EA441F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2590800"/>
            <a:ext cx="9520158" cy="2875545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s-SV" sz="2400" dirty="0"/>
            </a:br>
            <a:br>
              <a:rPr lang="es-SV" sz="2400" dirty="0"/>
            </a:br>
            <a:r>
              <a:rPr lang="es-SV" sz="2400" dirty="0"/>
              <a:t>La arquitectura de software no consiste en escribir código, sino cómo se estructura para que pueda evolucionar y mantenerse sin fricción</a:t>
            </a:r>
            <a:br>
              <a:rPr lang="es-SV" sz="2400" dirty="0"/>
            </a:br>
            <a:endParaRPr lang="es-SV" sz="2400" dirty="0"/>
          </a:p>
        </p:txBody>
      </p:sp>
    </p:spTree>
    <p:extLst>
      <p:ext uri="{BB962C8B-B14F-4D97-AF65-F5344CB8AC3E}">
        <p14:creationId xmlns:p14="http://schemas.microsoft.com/office/powerpoint/2010/main" val="408190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2DA3B-2E4F-424D-8F4B-1EC2C003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¿Qué es Arquitectura de Software?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9CA61A-FB53-432A-BA6F-CE64E7388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2712720"/>
            <a:ext cx="9520158" cy="2753625"/>
          </a:xfrm>
        </p:spPr>
        <p:txBody>
          <a:bodyPr/>
          <a:lstStyle/>
          <a:p>
            <a:pPr marL="0" indent="0">
              <a:buNone/>
            </a:pPr>
            <a:r>
              <a:rPr lang="es-SV" b="1" dirty="0"/>
              <a:t>Arquitectura de software </a:t>
            </a:r>
            <a:r>
              <a:rPr lang="es-SV" dirty="0"/>
              <a:t>es la estructura fundamental de un sistema: cómo están </a:t>
            </a:r>
            <a:r>
              <a:rPr lang="es-SV" b="1" dirty="0"/>
              <a:t>organizados</a:t>
            </a:r>
            <a:r>
              <a:rPr lang="es-SV" dirty="0"/>
              <a:t> sus componentes y cómo se </a:t>
            </a:r>
            <a:r>
              <a:rPr lang="es-SV" b="1" dirty="0"/>
              <a:t>relacionan</a:t>
            </a:r>
            <a:r>
              <a:rPr lang="es-SV" dirty="0"/>
              <a:t> entre sí.</a:t>
            </a:r>
          </a:p>
        </p:txBody>
      </p:sp>
    </p:spTree>
    <p:extLst>
      <p:ext uri="{BB962C8B-B14F-4D97-AF65-F5344CB8AC3E}">
        <p14:creationId xmlns:p14="http://schemas.microsoft.com/office/powerpoint/2010/main" val="3459526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B131A-DCC5-40B2-A51A-B861078AA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Analogía simple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3A8157-794D-40DB-8F6D-82FB3DE36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2015732"/>
            <a:ext cx="9520158" cy="3450613"/>
          </a:xfrm>
        </p:spPr>
        <p:txBody>
          <a:bodyPr/>
          <a:lstStyle/>
          <a:p>
            <a:pPr marL="0" indent="0">
              <a:buNone/>
            </a:pPr>
            <a:r>
              <a:rPr lang="es-SV" dirty="0"/>
              <a:t>🏠 CONSTRUIR UNA CASA             💻 CONSTRUIR SOFTWARE</a:t>
            </a:r>
          </a:p>
          <a:p>
            <a:pPr marL="0" indent="0">
              <a:buNone/>
            </a:pPr>
            <a:r>
              <a:rPr lang="es-SV" dirty="0"/>
              <a:t>   ├── Planos (Arquitectura)                ├── Diagramas de componentes</a:t>
            </a:r>
          </a:p>
          <a:p>
            <a:pPr marL="0" indent="0">
              <a:buNone/>
            </a:pPr>
            <a:r>
              <a:rPr lang="es-SV" dirty="0"/>
              <a:t>   ├── Cimientos (Base)                        ├── Capas fundamentales</a:t>
            </a:r>
          </a:p>
          <a:p>
            <a:pPr marL="0" indent="0">
              <a:buNone/>
            </a:pPr>
            <a:r>
              <a:rPr lang="es-SV" dirty="0"/>
              <a:t>   ├── Habitaciones (Módulos)           ├── Módulos del sistema</a:t>
            </a:r>
          </a:p>
          <a:p>
            <a:pPr marL="0" indent="0">
              <a:buNone/>
            </a:pPr>
            <a:r>
              <a:rPr lang="es-SV" dirty="0"/>
              <a:t>   ├── Pasillos (Conexiones)                ├── </a:t>
            </a:r>
            <a:r>
              <a:rPr lang="es-SV" dirty="0" err="1"/>
              <a:t>APIs</a:t>
            </a:r>
            <a:r>
              <a:rPr lang="es-SV" dirty="0"/>
              <a:t> y comunicación</a:t>
            </a:r>
          </a:p>
          <a:p>
            <a:pPr marL="0" indent="0">
              <a:buNone/>
            </a:pPr>
            <a:r>
              <a:rPr lang="es-SV" dirty="0"/>
              <a:t>   └── Puedes cambiar muebles          └── Puedes cambiar código</a:t>
            </a:r>
          </a:p>
          <a:p>
            <a:pPr marL="0" indent="0">
              <a:buNone/>
            </a:pPr>
            <a:r>
              <a:rPr lang="es-SV" dirty="0"/>
              <a:t>       sin derrumbar paredes                     sin rehacer todo</a:t>
            </a:r>
          </a:p>
        </p:txBody>
      </p:sp>
    </p:spTree>
    <p:extLst>
      <p:ext uri="{BB962C8B-B14F-4D97-AF65-F5344CB8AC3E}">
        <p14:creationId xmlns:p14="http://schemas.microsoft.com/office/powerpoint/2010/main" val="1672578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CCBE8-7DC7-433B-93C1-79CCDF9E6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Patrón MVC - Modelo-Vista-Controlador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42618D-740E-4E80-8FFA-56749B17D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3596640"/>
            <a:ext cx="3063240" cy="1950720"/>
          </a:xfrm>
        </p:spPr>
        <p:txBody>
          <a:bodyPr/>
          <a:lstStyle/>
          <a:p>
            <a:pPr marL="0" indent="0">
              <a:buNone/>
            </a:pPr>
            <a:r>
              <a:rPr lang="es-SV" dirty="0"/>
              <a:t>El patrón más famoso del mundo web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5265AB2-78B2-4765-A297-70B4C35F8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146" y="1927894"/>
            <a:ext cx="4287782" cy="389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46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807B4-154E-41A8-B9BF-6730ACBD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Responsabilidades de las capas en MVC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967048-F5A0-4FEF-B126-D04C9387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SV" b="1" dirty="0"/>
          </a:p>
          <a:p>
            <a:r>
              <a:rPr lang="es-SV" b="1" dirty="0"/>
              <a:t>Vista</a:t>
            </a:r>
            <a:r>
              <a:rPr lang="es-SV" dirty="0"/>
              <a:t>: Interfaz de usuario</a:t>
            </a:r>
          </a:p>
          <a:p>
            <a:endParaRPr lang="es-SV" dirty="0"/>
          </a:p>
          <a:p>
            <a:r>
              <a:rPr lang="es-SV" b="1" dirty="0"/>
              <a:t>Controlador</a:t>
            </a:r>
            <a:r>
              <a:rPr lang="es-SV" dirty="0"/>
              <a:t>: Coordina peticiones</a:t>
            </a:r>
          </a:p>
          <a:p>
            <a:endParaRPr lang="es-SV" dirty="0"/>
          </a:p>
          <a:p>
            <a:r>
              <a:rPr lang="es-SV" b="1" dirty="0"/>
              <a:t>Modelo: </a:t>
            </a:r>
            <a:r>
              <a:rPr lang="es-SV" dirty="0"/>
              <a:t>Datos + reglas de negocio</a:t>
            </a:r>
          </a:p>
        </p:txBody>
      </p:sp>
    </p:spTree>
    <p:extLst>
      <p:ext uri="{BB962C8B-B14F-4D97-AF65-F5344CB8AC3E}">
        <p14:creationId xmlns:p14="http://schemas.microsoft.com/office/powerpoint/2010/main" val="95668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F34AB9-B804-4E31-918D-9A42171F5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Analogía MVC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F3E9-F6C6-4E17-8CCA-FD608204C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64470"/>
            <a:ext cx="4958854" cy="3401875"/>
          </a:xfrm>
        </p:spPr>
        <p:txBody>
          <a:bodyPr/>
          <a:lstStyle/>
          <a:p>
            <a:pPr marL="0" indent="0">
              <a:buNone/>
            </a:pPr>
            <a:r>
              <a:rPr lang="es-SV" dirty="0"/>
              <a:t>Reglas: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El mesero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NO cocina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(el controlador no tiene lógica de negocio).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El chef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NO atiende mesas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(el modelo no sabe de UI).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El menú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NO prepara comida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(la vista solo muestra información).</a:t>
            </a:r>
          </a:p>
          <a:p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CDEEA36-82A4-4FCB-A5CC-1AF7AB20C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060" y="1853754"/>
            <a:ext cx="3793669" cy="429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48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7932F-A8F7-4713-87BD-398A80120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Practica crear un API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0CB256-B0C4-4A25-B62A-F300AC773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2015732"/>
            <a:ext cx="4102533" cy="3450613"/>
          </a:xfrm>
        </p:spPr>
        <p:txBody>
          <a:bodyPr/>
          <a:lstStyle/>
          <a:p>
            <a:r>
              <a:rPr lang="es-SV" dirty="0"/>
              <a:t>Abrir Visual Studio </a:t>
            </a:r>
            <a:r>
              <a:rPr lang="es-SV" dirty="0" err="1"/>
              <a:t>Code</a:t>
            </a:r>
            <a:r>
              <a:rPr lang="es-SV" dirty="0"/>
              <a:t>, en los comandos seleccionar “</a:t>
            </a:r>
            <a:r>
              <a:rPr lang="es-SV" dirty="0" err="1"/>
              <a:t>.Net</a:t>
            </a:r>
            <a:r>
              <a:rPr lang="es-SV" dirty="0"/>
              <a:t> new </a:t>
            </a:r>
            <a:r>
              <a:rPr lang="es-SV" dirty="0" err="1"/>
              <a:t>proyect</a:t>
            </a:r>
            <a:r>
              <a:rPr lang="es-SV" dirty="0"/>
              <a:t>” y seleccionar la plantilla “ASP .NET Core Web API”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02A9A9-E16E-4B7E-AEC8-3A439EE0D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010" y="2015732"/>
            <a:ext cx="6073129" cy="320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651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825A8-CD19-4ECF-A560-661936D9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Practica crear un API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088D8B-3D13-4B9C-840E-E0CD7591D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2015732"/>
            <a:ext cx="3386096" cy="3450613"/>
          </a:xfrm>
        </p:spPr>
        <p:txBody>
          <a:bodyPr/>
          <a:lstStyle/>
          <a:p>
            <a:r>
              <a:rPr lang="es-SV" dirty="0"/>
              <a:t>Se creara un proyecto con los archivos como se muestra.</a:t>
            </a:r>
          </a:p>
          <a:p>
            <a:r>
              <a:rPr lang="es-SV" dirty="0"/>
              <a:t>Abres una terminal, la cual debe estar ubicada dentro de la carpeta donde creamos el nuevo proyecto.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8497ED-0067-44BF-94FF-DB7E662F1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034" y="2015731"/>
            <a:ext cx="3079504" cy="353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01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D3C4F7-4BE0-48C0-B0D3-840FC4627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Practica crear un API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EC1583-1067-45CF-884E-450F52F12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Ejecutamos el comando “</a:t>
            </a:r>
            <a:r>
              <a:rPr lang="es-SV" dirty="0" err="1"/>
              <a:t>dotnet</a:t>
            </a:r>
            <a:r>
              <a:rPr lang="es-SV" dirty="0"/>
              <a:t> </a:t>
            </a:r>
            <a:r>
              <a:rPr lang="es-SV" dirty="0" err="1"/>
              <a:t>build</a:t>
            </a:r>
            <a:r>
              <a:rPr lang="es-SV" dirty="0"/>
              <a:t>”</a:t>
            </a:r>
          </a:p>
          <a:p>
            <a:endParaRPr lang="es-SV" dirty="0"/>
          </a:p>
          <a:p>
            <a:pPr marL="0" indent="0">
              <a:buNone/>
            </a:pPr>
            <a:endParaRPr lang="es-SV" dirty="0"/>
          </a:p>
          <a:p>
            <a:r>
              <a:rPr lang="es-SV" dirty="0"/>
              <a:t>Posterior ejecutamos el comando “</a:t>
            </a:r>
            <a:r>
              <a:rPr lang="es-SV" dirty="0" err="1"/>
              <a:t>dotnet</a:t>
            </a:r>
            <a:r>
              <a:rPr lang="es-SV" dirty="0"/>
              <a:t> run”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8D4D1FC-A1F0-4096-843E-47ABDDEC0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458" y="2512247"/>
            <a:ext cx="4549534" cy="81541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FFE13D2-E373-497A-9284-3A4BC136E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458" y="3995423"/>
            <a:ext cx="5870546" cy="25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1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5A81D-7B3C-4CE4-B693-566C3B140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Practica crear un API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88F457-BEDC-4D6C-B204-D75DEA505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2015732"/>
            <a:ext cx="9520158" cy="3800606"/>
          </a:xfrm>
        </p:spPr>
        <p:txBody>
          <a:bodyPr/>
          <a:lstStyle/>
          <a:p>
            <a:r>
              <a:rPr lang="es-SV" dirty="0"/>
              <a:t>Mostrara una salida de log en </a:t>
            </a:r>
            <a:r>
              <a:rPr lang="es-SV" dirty="0" err="1"/>
              <a:t>consla</a:t>
            </a:r>
            <a:r>
              <a:rPr lang="es-SV" dirty="0"/>
              <a:t>, donde podremos visualizar </a:t>
            </a:r>
            <a:br>
              <a:rPr lang="es-SV" dirty="0"/>
            </a:br>
            <a:r>
              <a:rPr lang="es-SV" dirty="0"/>
              <a:t>“</a:t>
            </a:r>
            <a:r>
              <a:rPr lang="es-SV" dirty="0" err="1"/>
              <a:t>Now</a:t>
            </a:r>
            <a:r>
              <a:rPr lang="es-SV" dirty="0"/>
              <a:t> </a:t>
            </a:r>
            <a:r>
              <a:rPr lang="es-SV" dirty="0" err="1"/>
              <a:t>listening</a:t>
            </a:r>
            <a:r>
              <a:rPr lang="es-SV" dirty="0"/>
              <a:t> </a:t>
            </a:r>
            <a:r>
              <a:rPr lang="es-SV" dirty="0" err="1"/>
              <a:t>on</a:t>
            </a:r>
            <a:r>
              <a:rPr lang="es-SV" dirty="0"/>
              <a:t>: </a:t>
            </a:r>
            <a:r>
              <a:rPr lang="es-SV" dirty="0">
                <a:hlinkClick r:id="rId2"/>
              </a:rPr>
              <a:t>http://localhost:5126</a:t>
            </a:r>
            <a:r>
              <a:rPr lang="es-SV" dirty="0"/>
              <a:t>” abrimos esa </a:t>
            </a:r>
            <a:r>
              <a:rPr lang="es-SV" dirty="0" err="1"/>
              <a:t>url</a:t>
            </a:r>
            <a:r>
              <a:rPr lang="es-SV" dirty="0"/>
              <a:t> en una navegador agregándola a la </a:t>
            </a:r>
            <a:r>
              <a:rPr lang="es-SV" dirty="0" err="1"/>
              <a:t>url</a:t>
            </a:r>
            <a:r>
              <a:rPr lang="es-SV" dirty="0"/>
              <a:t> </a:t>
            </a:r>
            <a:r>
              <a:rPr lang="es-SV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s-SV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weatherforecast</a:t>
            </a:r>
            <a:endParaRPr lang="es-SV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5AE6F3-8653-4D7A-8D43-86CDF0AD1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2414" y="3342779"/>
            <a:ext cx="5303980" cy="20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48224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Galería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E347DCB393C534F9161A6E8941C3DD8" ma:contentTypeVersion="3" ma:contentTypeDescription="Crear nuevo documento." ma:contentTypeScope="" ma:versionID="61512e65a39c8587e39d98605cbaa544">
  <xsd:schema xmlns:xsd="http://www.w3.org/2001/XMLSchema" xmlns:xs="http://www.w3.org/2001/XMLSchema" xmlns:p="http://schemas.microsoft.com/office/2006/metadata/properties" xmlns:ns2="e117c542-0ee9-44bb-82f0-7089e9925f89" targetNamespace="http://schemas.microsoft.com/office/2006/metadata/properties" ma:root="true" ma:fieldsID="26971e7a51303c9b4ea934ce6bd8c03c" ns2:_="">
    <xsd:import namespace="e117c542-0ee9-44bb-82f0-7089e9925f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17c542-0ee9-44bb-82f0-7089e9925f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BD91617-E5BF-4586-B0E1-23A20067A71E}"/>
</file>

<file path=customXml/itemProps2.xml><?xml version="1.0" encoding="utf-8"?>
<ds:datastoreItem xmlns:ds="http://schemas.openxmlformats.org/officeDocument/2006/customXml" ds:itemID="{7CE426B7-B897-4BB2-BA9E-4DCE09E56C45}"/>
</file>

<file path=customXml/itemProps3.xml><?xml version="1.0" encoding="utf-8"?>
<ds:datastoreItem xmlns:ds="http://schemas.openxmlformats.org/officeDocument/2006/customXml" ds:itemID="{4B2BB3BF-09A7-48B5-A0CB-F5CCAFDFA0BE}"/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61</TotalTime>
  <Words>331</Words>
  <Application>Microsoft Office PowerPoint</Application>
  <PresentationFormat>Panorámica</PresentationFormat>
  <Paragraphs>41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Consolas</vt:lpstr>
      <vt:lpstr>Palatino Linotype</vt:lpstr>
      <vt:lpstr>quote-cjk-patch</vt:lpstr>
      <vt:lpstr>Galería</vt:lpstr>
      <vt:lpstr>Especialización III: Lenguaje de Programación</vt:lpstr>
      <vt:lpstr>Introducción a la Arquitectura de Software</vt:lpstr>
      <vt:lpstr>¿Qué es Arquitectura de Software?</vt:lpstr>
      <vt:lpstr>Analogía simple</vt:lpstr>
      <vt:lpstr>Patrón MVC - Modelo-Vista-Controlador</vt:lpstr>
      <vt:lpstr>Responsabilidades de las capas en MVC</vt:lpstr>
      <vt:lpstr>Analogía MVC</vt:lpstr>
      <vt:lpstr>Practica crear un API</vt:lpstr>
      <vt:lpstr>Practica crear un API</vt:lpstr>
      <vt:lpstr>Practica crear un API</vt:lpstr>
      <vt:lpstr>Practica crear un API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Especialización III: Lenguaje de Programación</dc:title>
  <dc:creator>Cesar Palacios</dc:creator>
  <cp:lastModifiedBy>Cesar Palacios</cp:lastModifiedBy>
  <cp:revision>1</cp:revision>
  <dcterms:created xsi:type="dcterms:W3CDTF">2026-03-09T22:27:06Z</dcterms:created>
  <dcterms:modified xsi:type="dcterms:W3CDTF">2026-03-09T23:28:07Z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0x010100EE347DCB393C534F9161A6E8941C3DD8</vt:lpwstr>
  </property>
</Properties>
</file>