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93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4148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7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3164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3278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4823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964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84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8727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5202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1256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8E4BF5-71FB-46A5-BD47-A752DB35F7CE}" type="datetimeFigureOut">
              <a:rPr lang="es-SV" smtClean="0"/>
              <a:t>23/2/2026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AAA2687-BE82-4F4C-AE4F-B083CADF4D6D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13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2EA92-9845-4C29-AAC3-90AAAFB9B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248FA8-8D3C-42E9-A3AC-D313BAE56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228795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C5DAC-6D9D-4790-B537-7A10D656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POO: Clases y 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FA51A7-8E3E-4B2C-82AE-D62A18550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638746"/>
            <a:ext cx="10058400" cy="725864"/>
          </a:xfrm>
        </p:spPr>
        <p:txBody>
          <a:bodyPr/>
          <a:lstStyle/>
          <a:p>
            <a:pPr algn="ctr"/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No programes funciones, modela realidades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92511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EAFB4-A7AD-4D30-B8B7-21BB20A0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EL CAOS DEL CÓDIGO SPAGHETTI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D3022-8C29-4730-9D6D-35EB3229F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pPr marL="0" indent="0">
              <a:buNone/>
            </a:pPr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Ver el código Spaghetti.</a:t>
            </a:r>
          </a:p>
          <a:p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¿Cómo organizarías esto si fuera un Excel o una base de datos?</a:t>
            </a:r>
            <a:endParaRPr lang="es-SV" dirty="0"/>
          </a:p>
        </p:txBody>
      </p:sp>
      <p:pic>
        <p:nvPicPr>
          <p:cNvPr id="1026" name="Picture 2" descr="Turkish spaghetti">
            <a:extLst>
              <a:ext uri="{FF2B5EF4-FFF2-40B4-BE49-F238E27FC236}">
                <a16:creationId xmlns:a16="http://schemas.microsoft.com/office/drawing/2014/main" id="{06372EC6-B516-4514-96A5-462E209E7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154" y="1845734"/>
            <a:ext cx="3139911" cy="313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20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0F7B2-49C5-4607-BC9D-42384065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LA REVELACIÓN: POO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8B2C0F-C1FC-4B82-8DAF-B02C9F9BF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dirty="0"/>
          </a:p>
          <a:p>
            <a:r>
              <a:rPr lang="es-SV" dirty="0"/>
              <a:t>ANTES (Variables sueltas)      DESPUÉS (POO)     </a:t>
            </a:r>
          </a:p>
          <a:p>
            <a:r>
              <a:rPr lang="es-SV" dirty="0"/>
              <a:t>🧩🧩🧩🧩🧩🧩                      🏢 CLASE     </a:t>
            </a:r>
          </a:p>
          <a:p>
            <a:r>
              <a:rPr lang="es-SV" dirty="0"/>
              <a:t>🧩🧩🧩🧩🧩🧩                      📋 Plantilla     </a:t>
            </a:r>
          </a:p>
          <a:p>
            <a:r>
              <a:rPr lang="es-SV" dirty="0"/>
              <a:t>🧩🧩🧩🧩🧩🧩                      👥 10,000 objetos     </a:t>
            </a:r>
          </a:p>
          <a:p>
            <a:r>
              <a:rPr lang="es-SV" dirty="0"/>
              <a:t>Desorden total                         Organización perfecta</a:t>
            </a:r>
          </a:p>
        </p:txBody>
      </p:sp>
    </p:spTree>
    <p:extLst>
      <p:ext uri="{BB962C8B-B14F-4D97-AF65-F5344CB8AC3E}">
        <p14:creationId xmlns:p14="http://schemas.microsoft.com/office/powerpoint/2010/main" val="219839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A06CA-03F2-4A86-9BE3-20BFEBA1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Concepto Fundamental - Clase vs Objeto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B58A4F-A6B1-4C7C-BE2B-A6CEBCC1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/>
          </a:bodyPr>
          <a:lstStyle/>
          <a:p>
            <a:r>
              <a:rPr lang="es-SV" dirty="0"/>
              <a:t>📝 RECETA (CLASE)  </a:t>
            </a:r>
          </a:p>
          <a:p>
            <a:r>
              <a:rPr lang="es-SV" dirty="0"/>
              <a:t>├── Ingredientes: harina, azúcar, huevos   </a:t>
            </a:r>
          </a:p>
          <a:p>
            <a:r>
              <a:rPr lang="es-SV" dirty="0"/>
              <a:t>├── Instrucciones: mezclar, hornear, decorar   </a:t>
            </a:r>
          </a:p>
          <a:p>
            <a:r>
              <a:rPr lang="es-SV" dirty="0"/>
              <a:t> └── Plantilla para crear</a:t>
            </a:r>
          </a:p>
          <a:p>
            <a:endParaRPr lang="es-SV" dirty="0"/>
          </a:p>
          <a:p>
            <a:r>
              <a:rPr lang="es-SV" dirty="0"/>
              <a:t>🍪 COOKIE 1 (OBJETO)   </a:t>
            </a:r>
          </a:p>
          <a:p>
            <a:r>
              <a:rPr lang="es-SV" dirty="0"/>
              <a:t>├── Chispas de chocolate   </a:t>
            </a:r>
          </a:p>
          <a:p>
            <a:r>
              <a:rPr lang="es-SV" dirty="0"/>
              <a:t>├── Forma redonda   </a:t>
            </a:r>
          </a:p>
          <a:p>
            <a:r>
              <a:rPr lang="es-SV" dirty="0"/>
              <a:t>└── Instancia específica</a:t>
            </a:r>
          </a:p>
          <a:p>
            <a:endParaRPr lang="es-SV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D453D0-890F-49D1-86A0-38CD0321C2C1}"/>
              </a:ext>
            </a:extLst>
          </p:cNvPr>
          <p:cNvSpPr txBox="1"/>
          <p:nvPr/>
        </p:nvSpPr>
        <p:spPr>
          <a:xfrm>
            <a:off x="6966408" y="1932495"/>
            <a:ext cx="40440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🍪 COOKIE 2 (OBJETO)   </a:t>
            </a:r>
          </a:p>
          <a:p>
            <a:r>
              <a:rPr lang="es-SV" dirty="0"/>
              <a:t>├── Vainilla   </a:t>
            </a:r>
          </a:p>
          <a:p>
            <a:r>
              <a:rPr lang="es-SV" dirty="0"/>
              <a:t>├── Forma de estrella   </a:t>
            </a:r>
          </a:p>
          <a:p>
            <a:r>
              <a:rPr lang="es-SV" dirty="0"/>
              <a:t>└── Otra instancia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🍪 COOKIE 3 (OBJETO)   </a:t>
            </a:r>
          </a:p>
          <a:p>
            <a:r>
              <a:rPr lang="es-SV" dirty="0"/>
              <a:t>├── Fresa con chocolate   </a:t>
            </a:r>
          </a:p>
          <a:p>
            <a:r>
              <a:rPr lang="es-SV" dirty="0"/>
              <a:t>├── Forma de Dinosaurio</a:t>
            </a:r>
          </a:p>
          <a:p>
            <a:r>
              <a:rPr lang="es-SV" dirty="0"/>
              <a:t>└── Otra instancia</a:t>
            </a:r>
          </a:p>
          <a:p>
            <a:endParaRPr lang="es-SV" dirty="0"/>
          </a:p>
          <a:p>
            <a:r>
              <a:rPr lang="es-SV" dirty="0"/>
              <a:t>*Ver archivo de código Cookies*</a:t>
            </a:r>
          </a:p>
        </p:txBody>
      </p:sp>
    </p:spTree>
    <p:extLst>
      <p:ext uri="{BB962C8B-B14F-4D97-AF65-F5344CB8AC3E}">
        <p14:creationId xmlns:p14="http://schemas.microsoft.com/office/powerpoint/2010/main" val="265445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CF57D-9A61-446D-BE9B-CBD9697D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Concepto Fundamental - Clase vs Objeto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AAD99CB-15BA-48AC-9205-8F3677286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5244" y="1828661"/>
            <a:ext cx="4002750" cy="4355323"/>
          </a:xfrm>
        </p:spPr>
      </p:pic>
    </p:spTree>
    <p:extLst>
      <p:ext uri="{BB962C8B-B14F-4D97-AF65-F5344CB8AC3E}">
        <p14:creationId xmlns:p14="http://schemas.microsoft.com/office/powerpoint/2010/main" val="415827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53ED0-62A9-40A2-981C-D09F5DC6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 Constructor - El Nacimiento de un objeto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05505-579D-434A-8F0A-F818D87C4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EL CONSTRUCTOR: Dar Vida al Objeto</a:t>
            </a:r>
          </a:p>
          <a:p>
            <a:endParaRPr lang="es-SV" dirty="0"/>
          </a:p>
          <a:p>
            <a:r>
              <a:rPr lang="es-SV" dirty="0"/>
              <a:t>¿Qué pasa cuando haces </a:t>
            </a:r>
            <a:r>
              <a:rPr lang="es-SV" b="1" dirty="0">
                <a:solidFill>
                  <a:srgbClr val="FF0000"/>
                </a:solidFill>
              </a:rPr>
              <a:t>new</a:t>
            </a:r>
            <a:r>
              <a:rPr lang="es-SV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Se reserva memoria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Se ejecuta el constructor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El objeto está listo para usar</a:t>
            </a:r>
          </a:p>
          <a:p>
            <a:pPr marL="457200" indent="-457200">
              <a:buFont typeface="+mj-lt"/>
              <a:buAutoNum type="arabicPeriod"/>
            </a:pPr>
            <a:endParaRPr lang="es-SV" dirty="0"/>
          </a:p>
          <a:p>
            <a:pPr marL="457200" indent="-457200">
              <a:buFont typeface="+mj-lt"/>
              <a:buAutoNum type="arabicPeriod"/>
            </a:pPr>
            <a:endParaRPr lang="es-SV" dirty="0"/>
          </a:p>
          <a:p>
            <a:pPr marL="0" indent="0">
              <a:buNone/>
            </a:pPr>
            <a:r>
              <a:rPr lang="es-SV" dirty="0"/>
              <a:t>Ver archivo </a:t>
            </a:r>
            <a:r>
              <a:rPr lang="es-SV" dirty="0" err="1"/>
              <a:t>Persona.cs</a:t>
            </a:r>
            <a:endParaRPr lang="es-SV" dirty="0"/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08985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90D3C-0DAC-4E70-BE38-006C5179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 Cuenta Bancaria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A0F4FD-0F44-4258-9180-C83D1151B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dirty="0"/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Preguntas guía:</a:t>
            </a:r>
          </a:p>
          <a:p>
            <a:r>
              <a:rPr lang="es-SV" dirty="0"/>
              <a:t>- ¿Qué datos necesita una cuenta bancaria?</a:t>
            </a:r>
          </a:p>
          <a:p>
            <a:r>
              <a:rPr lang="es-SV" dirty="0"/>
              <a:t>- ¿Qué debe pasar cuando se crea una nueva cuenta?</a:t>
            </a:r>
          </a:p>
          <a:p>
            <a:r>
              <a:rPr lang="es-SV" dirty="0"/>
              <a:t>- ¿Qué operaciones puede realizar una cuenta?</a:t>
            </a:r>
          </a:p>
        </p:txBody>
      </p:sp>
    </p:spTree>
    <p:extLst>
      <p:ext uri="{BB962C8B-B14F-4D97-AF65-F5344CB8AC3E}">
        <p14:creationId xmlns:p14="http://schemas.microsoft.com/office/powerpoint/2010/main" val="2545195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5EF84-44C6-4070-816A-3F9AFE9B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: </a:t>
            </a:r>
            <a:r>
              <a:rPr lang="en-US" dirty="0" err="1"/>
              <a:t>Juego</a:t>
            </a:r>
            <a:r>
              <a:rPr lang="en-US" dirty="0"/>
              <a:t> de Dados - Casino </a:t>
            </a:r>
            <a:r>
              <a:rPr lang="en-US" dirty="0" err="1"/>
              <a:t>Simulado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C5D3CE-9B13-42E9-86AB-5B4365F6A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s-SV" dirty="0"/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Crear un Juego de dados.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Utilizar clases/objetos.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Debe ser multijugador.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Se deben jugar turnos y apostar en cada tirada, mínimo 3 turnos por jugador.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En cada ronda cada jugador dice un numero tratando de adivinar que numero saldrá en el dado.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Gana el jugador que tenga mas dinero ganado por las apuestas.</a:t>
            </a:r>
          </a:p>
        </p:txBody>
      </p:sp>
    </p:spTree>
    <p:extLst>
      <p:ext uri="{BB962C8B-B14F-4D97-AF65-F5344CB8AC3E}">
        <p14:creationId xmlns:p14="http://schemas.microsoft.com/office/powerpoint/2010/main" val="4200374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3E7D1-F41D-48FB-8CED-D3484878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propuesta</a:t>
            </a:r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9A93DB-07F1-430D-B204-1D701E52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572" y="1810417"/>
            <a:ext cx="6164777" cy="449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842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6857F5-776B-42F1-B3F6-07FD0259B215}"/>
</file>

<file path=customXml/itemProps2.xml><?xml version="1.0" encoding="utf-8"?>
<ds:datastoreItem xmlns:ds="http://schemas.openxmlformats.org/officeDocument/2006/customXml" ds:itemID="{7299C451-D6A7-429D-BB08-5647760DA327}"/>
</file>

<file path=customXml/itemProps3.xml><?xml version="1.0" encoding="utf-8"?>
<ds:datastoreItem xmlns:ds="http://schemas.openxmlformats.org/officeDocument/2006/customXml" ds:itemID="{CBF98EED-C7E6-4977-BC8C-85E480480DA2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</TotalTime>
  <Words>311</Words>
  <Application>Microsoft Office PowerPoint</Application>
  <PresentationFormat>Panorámica</PresentationFormat>
  <Paragraphs>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quote-cjk-patch</vt:lpstr>
      <vt:lpstr>Retrospección</vt:lpstr>
      <vt:lpstr>Especialización III: Lenguaje de Programación</vt:lpstr>
      <vt:lpstr>POO: Clases y Objetos</vt:lpstr>
      <vt:lpstr>EL CAOS DEL CÓDIGO SPAGHETTI</vt:lpstr>
      <vt:lpstr>LA REVELACIÓN: POO</vt:lpstr>
      <vt:lpstr>Concepto Fundamental - Clase vs Objeto</vt:lpstr>
      <vt:lpstr>Concepto Fundamental - Clase vs Objeto</vt:lpstr>
      <vt:lpstr> Constructor - El Nacimiento de un objeto</vt:lpstr>
      <vt:lpstr>Ejercicio Cuenta Bancaria</vt:lpstr>
      <vt:lpstr>Ejercicio: Juego de Dados - Casino Simulado</vt:lpstr>
      <vt:lpstr>Clase propuesta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5</cp:revision>
  <dcterms:created xsi:type="dcterms:W3CDTF">2026-02-16T08:07:36Z</dcterms:created>
  <dcterms:modified xsi:type="dcterms:W3CDTF">2026-02-24T01:40:34Z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