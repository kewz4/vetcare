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59" r:id="rId4"/>
    <p:sldId id="261" r:id="rId5"/>
    <p:sldId id="267" r:id="rId6"/>
    <p:sldId id="257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006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3850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253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724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0238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00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998580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026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s-S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2770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68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4186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C601E-66A3-461D-8E46-7FAABC2B969C}" type="datetimeFigureOut">
              <a:rPr lang="es-SV" smtClean="0"/>
              <a:t>2/2/2026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9944DC4-ED2E-482D-A7D8-011E40711674}" type="slidenum">
              <a:rPr lang="es-SV" smtClean="0"/>
              <a:t>‹Nº›</a:t>
            </a:fld>
            <a:endParaRPr lang="es-SV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88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06BB90-DB46-430B-8BC3-6B5F649EB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5AF256-0D1F-4B94-95C9-7E8ACEE67A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 dirty="0"/>
          </a:p>
          <a:p>
            <a:r>
              <a:rPr lang="es-SV" dirty="0"/>
              <a:t>Programación Creativa</a:t>
            </a:r>
          </a:p>
        </p:txBody>
      </p:sp>
    </p:spTree>
    <p:extLst>
      <p:ext uri="{BB962C8B-B14F-4D97-AF65-F5344CB8AC3E}">
        <p14:creationId xmlns:p14="http://schemas.microsoft.com/office/powerpoint/2010/main" val="1200183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4A33F-FD42-487D-ABB8-0926E334F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Estructura general de un programa de C#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983CC7-3ECD-4AC5-A19F-4EFA8BC9F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SV" dirty="0"/>
              <a:t>Los Programas de C# constan de uno o varios archivos. Cada archivo contiene cero o más espacios de nombres (</a:t>
            </a:r>
            <a:r>
              <a:rPr lang="es-SV" dirty="0" err="1"/>
              <a:t>namespace</a:t>
            </a:r>
            <a:r>
              <a:rPr lang="es-SV" dirty="0"/>
              <a:t>). </a:t>
            </a:r>
          </a:p>
          <a:p>
            <a:endParaRPr lang="es-SV" dirty="0"/>
          </a:p>
          <a:p>
            <a:r>
              <a:rPr lang="es-SV" dirty="0"/>
              <a:t>Un espacio de nombres contiene tipos como clases, estructuras, interfaces, enumeraciones y delegados, u otros espacios de nombres.</a:t>
            </a:r>
          </a:p>
          <a:p>
            <a:endParaRPr lang="es-SV" dirty="0"/>
          </a:p>
          <a:p>
            <a:r>
              <a:rPr lang="es-SV" dirty="0"/>
              <a:t> El ejemplo siguiente es el esqueleto de un programa de C# que contiene todos estos elementos.</a:t>
            </a:r>
          </a:p>
          <a:p>
            <a:r>
              <a:rPr lang="es-SV" dirty="0"/>
              <a:t>Ver archivo </a:t>
            </a:r>
            <a:r>
              <a:rPr lang="es-SV" dirty="0" err="1"/>
              <a:t>Estructura.cs</a:t>
            </a:r>
            <a:r>
              <a:rPr lang="es-SV"/>
              <a:t>.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519712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800736-4E37-4B44-B47A-7D13B69D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Definición de Variables y tipos de Datos en C#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0654D3-B2C6-44D4-8928-F3E79BE89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753472"/>
          </a:xfrm>
        </p:spPr>
        <p:txBody>
          <a:bodyPr>
            <a:normAutofit fontScale="92500" lnSpcReduction="10000"/>
          </a:bodyPr>
          <a:lstStyle/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una Variable?</a:t>
            </a:r>
          </a:p>
          <a:p>
            <a:pPr lvl="1"/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Una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variable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es un espacio en memoria que almacena un valor que puede cambiar durante la ejecución del programa.</a:t>
            </a:r>
          </a:p>
          <a:p>
            <a:pPr lvl="1"/>
            <a:endParaRPr lang="es-SV" dirty="0">
              <a:solidFill>
                <a:srgbClr val="0F1115"/>
              </a:solidFill>
              <a:latin typeface="quote-cjk-patch"/>
            </a:endParaRPr>
          </a:p>
          <a:p>
            <a:endParaRPr lang="es-SV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r>
              <a:rPr lang="es-SV" dirty="0"/>
              <a:t>Componentes de una Variable</a:t>
            </a:r>
          </a:p>
          <a:p>
            <a:r>
              <a:rPr lang="es-SV" dirty="0"/>
              <a:t>Nombre: Identificador único (</a:t>
            </a:r>
            <a:r>
              <a:rPr lang="es-SV" dirty="0" err="1"/>
              <a:t>ej</a:t>
            </a:r>
            <a:r>
              <a:rPr lang="es-SV" dirty="0"/>
              <a:t>: edad, precio, </a:t>
            </a:r>
            <a:r>
              <a:rPr lang="es-SV" dirty="0" err="1"/>
              <a:t>nombreUsuario</a:t>
            </a:r>
            <a:r>
              <a:rPr lang="es-SV" dirty="0"/>
              <a:t>)</a:t>
            </a:r>
          </a:p>
          <a:p>
            <a:r>
              <a:rPr lang="es-SV" dirty="0"/>
              <a:t>Tipo: Define qué datos puede contener (</a:t>
            </a:r>
            <a:r>
              <a:rPr lang="es-SV" dirty="0" err="1"/>
              <a:t>ej</a:t>
            </a:r>
            <a:r>
              <a:rPr lang="es-SV" dirty="0"/>
              <a:t>: </a:t>
            </a:r>
            <a:r>
              <a:rPr lang="es-SV" dirty="0" err="1"/>
              <a:t>int</a:t>
            </a:r>
            <a:r>
              <a:rPr lang="es-SV" dirty="0"/>
              <a:t>, </a:t>
            </a:r>
            <a:r>
              <a:rPr lang="es-SV" dirty="0" err="1"/>
              <a:t>string</a:t>
            </a:r>
            <a:r>
              <a:rPr lang="es-SV" dirty="0"/>
              <a:t>, </a:t>
            </a:r>
            <a:r>
              <a:rPr lang="es-SV" dirty="0" err="1"/>
              <a:t>bool</a:t>
            </a:r>
            <a:r>
              <a:rPr lang="es-SV" dirty="0"/>
              <a:t>)</a:t>
            </a:r>
          </a:p>
          <a:p>
            <a:r>
              <a:rPr lang="es-SV" dirty="0"/>
              <a:t>Valor: Dato almacenado (</a:t>
            </a:r>
            <a:r>
              <a:rPr lang="es-SV" dirty="0" err="1"/>
              <a:t>ej</a:t>
            </a:r>
            <a:r>
              <a:rPr lang="es-SV" dirty="0"/>
              <a:t>: 25, "Hola", true)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2756C75-B488-4368-B35F-4767997BE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138" y="2809686"/>
            <a:ext cx="5278822" cy="1064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69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A8B034-92A1-4404-8F99-EA25F9DA9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Definición de Variables en C#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DA3A5B-D1EC-4F18-B008-E19AD6CE21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SV" dirty="0"/>
              <a:t>Reglas de Nombrado</a:t>
            </a:r>
          </a:p>
          <a:p>
            <a:r>
              <a:rPr lang="es-SV" dirty="0"/>
              <a:t>✅ </a:t>
            </a:r>
            <a:r>
              <a:rPr lang="es-SV" dirty="0" err="1"/>
              <a:t>camelCase</a:t>
            </a:r>
            <a:r>
              <a:rPr lang="es-SV" dirty="0"/>
              <a:t> para variables locales: </a:t>
            </a:r>
            <a:r>
              <a:rPr lang="es-SV" dirty="0" err="1"/>
              <a:t>miVariable</a:t>
            </a:r>
            <a:r>
              <a:rPr lang="es-SV" dirty="0"/>
              <a:t>, </a:t>
            </a:r>
            <a:r>
              <a:rPr lang="es-SV" dirty="0" err="1"/>
              <a:t>nombreCompleto</a:t>
            </a:r>
            <a:endParaRPr lang="es-SV" dirty="0"/>
          </a:p>
          <a:p>
            <a:r>
              <a:rPr lang="es-SV" dirty="0"/>
              <a:t>✅ Comenzar con letra o _: _edad, nombre2</a:t>
            </a:r>
          </a:p>
          <a:p>
            <a:r>
              <a:rPr lang="es-SV" dirty="0"/>
              <a:t>✅ Nombres descriptivos: </a:t>
            </a:r>
            <a:r>
              <a:rPr lang="es-SV" dirty="0" err="1"/>
              <a:t>totalProductos</a:t>
            </a:r>
            <a:r>
              <a:rPr lang="es-SV" dirty="0"/>
              <a:t> en vez de “</a:t>
            </a:r>
            <a:r>
              <a:rPr lang="es-SV" dirty="0" err="1"/>
              <a:t>tp</a:t>
            </a:r>
            <a:r>
              <a:rPr lang="es-SV" dirty="0"/>
              <a:t>”</a:t>
            </a:r>
          </a:p>
          <a:p>
            <a:r>
              <a:rPr lang="es-SV" dirty="0"/>
              <a:t>❌ No usar palabras reservadas: </a:t>
            </a:r>
            <a:r>
              <a:rPr lang="es-SV" dirty="0" err="1"/>
              <a:t>int</a:t>
            </a:r>
            <a:r>
              <a:rPr lang="es-SV" dirty="0"/>
              <a:t>, </a:t>
            </a:r>
            <a:r>
              <a:rPr lang="es-SV" dirty="0" err="1"/>
              <a:t>class</a:t>
            </a:r>
            <a:r>
              <a:rPr lang="es-SV" dirty="0"/>
              <a:t>, </a:t>
            </a:r>
            <a:r>
              <a:rPr lang="es-SV" dirty="0" err="1"/>
              <a:t>void</a:t>
            </a:r>
            <a:endParaRPr lang="es-SV" dirty="0"/>
          </a:p>
          <a:p>
            <a:r>
              <a:rPr lang="es-SV" dirty="0"/>
              <a:t>❌ No comenzar con números: 4valor ❌</a:t>
            </a:r>
          </a:p>
        </p:txBody>
      </p:sp>
    </p:spTree>
    <p:extLst>
      <p:ext uri="{BB962C8B-B14F-4D97-AF65-F5344CB8AC3E}">
        <p14:creationId xmlns:p14="http://schemas.microsoft.com/office/powerpoint/2010/main" val="2088851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8F4EED-8C6A-4771-A88F-813E7BB05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Tipos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C6C269E-7950-4FE8-BDBF-9ADF1D1D1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629290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B7EDA7-3C7F-45BF-A56C-BB55E8BD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Instrucciones y bucles de C# </a:t>
            </a:r>
            <a:r>
              <a:rPr lang="es-SV" dirty="0" err="1"/>
              <a:t>if</a:t>
            </a:r>
            <a:r>
              <a:rPr lang="es-SV" dirty="0"/>
              <a:t> : lógica condicional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6B76F2-8F14-41A0-AB82-C397A7C68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el Control de Flujo?</a:t>
            </a:r>
          </a:p>
          <a:p>
            <a:pPr lvl="1"/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El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control de flujo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determina el orden en que se ejecutan las instrucciones de un programa.</a:t>
            </a:r>
          </a:p>
          <a:p>
            <a:pPr lvl="1"/>
            <a:endParaRPr lang="es-SV" dirty="0">
              <a:solidFill>
                <a:srgbClr val="0F1115"/>
              </a:solidFill>
              <a:latin typeface="quote-cjk-patch"/>
            </a:endParaRPr>
          </a:p>
          <a:p>
            <a:pPr marL="0" indent="0">
              <a:buNone/>
            </a:pPr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Tipos de Control de Flujo</a:t>
            </a:r>
          </a:p>
          <a:p>
            <a:r>
              <a:rPr lang="es-SV" dirty="0"/>
              <a:t>Secuencial: Ejecución línea por línea</a:t>
            </a:r>
          </a:p>
          <a:p>
            <a:r>
              <a:rPr lang="es-SV" dirty="0"/>
              <a:t>Condicional: Decisiones (</a:t>
            </a:r>
            <a:r>
              <a:rPr lang="es-SV" dirty="0" err="1"/>
              <a:t>if</a:t>
            </a:r>
            <a:r>
              <a:rPr lang="es-SV" dirty="0"/>
              <a:t>, </a:t>
            </a:r>
            <a:r>
              <a:rPr lang="es-SV" dirty="0" err="1"/>
              <a:t>if</a:t>
            </a:r>
            <a:r>
              <a:rPr lang="es-SV" dirty="0"/>
              <a:t> </a:t>
            </a:r>
            <a:r>
              <a:rPr lang="es-SV" dirty="0" err="1"/>
              <a:t>else</a:t>
            </a:r>
            <a:r>
              <a:rPr lang="es-SV" dirty="0"/>
              <a:t>, </a:t>
            </a:r>
            <a:r>
              <a:rPr lang="es-SV" dirty="0" err="1"/>
              <a:t>switch</a:t>
            </a:r>
            <a:r>
              <a:rPr lang="es-SV" dirty="0"/>
              <a:t>)</a:t>
            </a:r>
          </a:p>
          <a:p>
            <a:r>
              <a:rPr lang="es-SV" dirty="0"/>
              <a:t>Repetitivo: Bucles (</a:t>
            </a:r>
            <a:r>
              <a:rPr lang="es-SV" dirty="0" err="1"/>
              <a:t>for</a:t>
            </a:r>
            <a:r>
              <a:rPr lang="es-SV" dirty="0"/>
              <a:t>, </a:t>
            </a:r>
            <a:r>
              <a:rPr lang="es-SV" dirty="0" err="1"/>
              <a:t>while</a:t>
            </a:r>
            <a:r>
              <a:rPr lang="es-SV" dirty="0"/>
              <a:t>, do-</a:t>
            </a:r>
            <a:r>
              <a:rPr lang="es-SV" dirty="0" err="1"/>
              <a:t>while</a:t>
            </a:r>
            <a:r>
              <a:rPr lang="es-SV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12629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1DCA6-9AB6-42B1-A6A3-FA18165A9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SENTENCIA IF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AA7384-4FC0-43AB-954F-4A4A498F7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Sintaxis básica</a:t>
            </a:r>
          </a:p>
          <a:p>
            <a:endParaRPr lang="es-SV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00EF703-6EE3-42BA-A0B0-A076880DA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809" y="2576847"/>
            <a:ext cx="5581661" cy="162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90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D7FFE-EAEB-4D8A-960C-66F42070E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Operadores de Comparación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B6CA83-188F-498A-80E6-2B822CF8F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635" y="2224526"/>
            <a:ext cx="7635902" cy="303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698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D99F7-F595-4938-84FA-A68F71D54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SENTENCIA IF-ELSE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3A9455-DDF1-4C75-BB7A-3C0AD6D37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Sintaxis básica</a:t>
            </a:r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pPr marL="0" indent="0">
              <a:buNone/>
            </a:pPr>
            <a:r>
              <a:rPr lang="es-SV" dirty="0"/>
              <a:t>*Investigar </a:t>
            </a:r>
            <a:r>
              <a:rPr lang="es-SV" dirty="0" err="1"/>
              <a:t>if-else</a:t>
            </a:r>
            <a:r>
              <a:rPr lang="es-SV" dirty="0"/>
              <a:t> </a:t>
            </a:r>
            <a:r>
              <a:rPr lang="es-SV" dirty="0" err="1"/>
              <a:t>if-else</a:t>
            </a:r>
            <a:endParaRPr lang="es-SV" dirty="0"/>
          </a:p>
          <a:p>
            <a:pPr marL="0" indent="0">
              <a:buNone/>
            </a:pPr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3386BD0-82A2-4CB6-B041-1672A11BE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4051" y="2520532"/>
            <a:ext cx="3764760" cy="225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73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01A9F-5DF7-47EE-BC9B-F64AE215D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Operadores Lógicos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4E3EE7-2607-4723-BC89-0595CD1FD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Operador AND (&amp;&amp;)</a:t>
            </a:r>
          </a:p>
          <a:p>
            <a:r>
              <a:rPr lang="es-SV" dirty="0"/>
              <a:t>Operador OR (||)</a:t>
            </a:r>
          </a:p>
          <a:p>
            <a:r>
              <a:rPr lang="es-SV" dirty="0"/>
              <a:t>Operador NOT (!)</a:t>
            </a:r>
          </a:p>
          <a:p>
            <a:endParaRPr lang="es-SV" dirty="0"/>
          </a:p>
          <a:p>
            <a:endParaRPr lang="es-SV" dirty="0"/>
          </a:p>
          <a:p>
            <a:endParaRPr lang="es-SV" dirty="0"/>
          </a:p>
          <a:p>
            <a:r>
              <a:rPr lang="es-SV" dirty="0"/>
              <a:t>*Investigar tabla de verdad</a:t>
            </a:r>
          </a:p>
        </p:txBody>
      </p:sp>
    </p:spTree>
    <p:extLst>
      <p:ext uri="{BB962C8B-B14F-4D97-AF65-F5344CB8AC3E}">
        <p14:creationId xmlns:p14="http://schemas.microsoft.com/office/powerpoint/2010/main" val="699287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9D303-C083-48CB-B383-5C29F9FF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Operador Ternario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55516BA-0A35-4093-8113-432C5E6C3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SV" dirty="0"/>
              <a:t>Sintaxis básica</a:t>
            </a:r>
          </a:p>
          <a:p>
            <a:endParaRPr lang="es-SV" dirty="0"/>
          </a:p>
          <a:p>
            <a:endParaRPr lang="es-SV" dirty="0"/>
          </a:p>
          <a:p>
            <a:r>
              <a:rPr lang="es-SV" dirty="0"/>
              <a:t>Ejemplos</a:t>
            </a:r>
          </a:p>
          <a:p>
            <a:endParaRPr lang="es-SV" dirty="0"/>
          </a:p>
          <a:p>
            <a:endParaRPr lang="es-SV" dirty="0"/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endParaRPr lang="es-SV" dirty="0"/>
          </a:p>
          <a:p>
            <a:endParaRPr lang="es-SV" dirty="0"/>
          </a:p>
          <a:p>
            <a:pPr marL="0" indent="0">
              <a:buNone/>
            </a:pPr>
            <a:endParaRPr lang="es-SV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831C68-A001-40F0-BCB6-782C210CF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452" y="2053591"/>
            <a:ext cx="5392133" cy="61650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424D532-64FD-47C7-8F56-4D43D0EE0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6452" y="2984438"/>
            <a:ext cx="4986779" cy="2796248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12D21B7-3B9C-4623-95CF-13100A78E6E9}"/>
              </a:ext>
            </a:extLst>
          </p:cNvPr>
          <p:cNvSpPr txBox="1"/>
          <p:nvPr/>
        </p:nvSpPr>
        <p:spPr>
          <a:xfrm>
            <a:off x="8880049" y="4580357"/>
            <a:ext cx="3110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s-SV" dirty="0"/>
              <a:t>Ejercicio:</a:t>
            </a:r>
          </a:p>
          <a:p>
            <a:pPr marL="0" indent="0">
              <a:buNone/>
            </a:pPr>
            <a:endParaRPr lang="es-SV" dirty="0"/>
          </a:p>
          <a:p>
            <a:pPr marL="0" indent="0">
              <a:buNone/>
            </a:pPr>
            <a:r>
              <a:rPr lang="es-SV" dirty="0"/>
              <a:t>Escribir el primer ejemplo con sentencias IF</a:t>
            </a:r>
          </a:p>
        </p:txBody>
      </p:sp>
    </p:spTree>
    <p:extLst>
      <p:ext uri="{BB962C8B-B14F-4D97-AF65-F5344CB8AC3E}">
        <p14:creationId xmlns:p14="http://schemas.microsoft.com/office/powerpoint/2010/main" val="34017960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77784-7D42-4C05-A46F-FD1B6042D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Instrucción </a:t>
            </a:r>
            <a:r>
              <a:rPr lang="es-SV" dirty="0" err="1"/>
              <a:t>switch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18F6482-3717-410A-98D6-8EE548E69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Sintaxis básica</a:t>
            </a:r>
          </a:p>
          <a:p>
            <a:endParaRPr lang="es-SV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235CE84-051C-4B75-B0F2-BD969571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4216"/>
          <a:stretch/>
        </p:blipFill>
        <p:spPr>
          <a:xfrm>
            <a:off x="3617956" y="2373090"/>
            <a:ext cx="4956088" cy="325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00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058EB3-CDBE-44CE-A709-DE8C27CAD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Bucle </a:t>
            </a:r>
            <a:r>
              <a:rPr lang="es-SV" dirty="0" err="1"/>
              <a:t>while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2FDCC7-7AD5-48FA-A378-36D53E0F8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Sintaxis básica</a:t>
            </a:r>
          </a:p>
          <a:p>
            <a:endParaRPr lang="es-SV" dirty="0"/>
          </a:p>
          <a:p>
            <a:endParaRPr lang="es-SV" dirty="0"/>
          </a:p>
          <a:p>
            <a:r>
              <a:rPr lang="es-SV" dirty="0"/>
              <a:t>Ejemplo</a:t>
            </a:r>
          </a:p>
          <a:p>
            <a:endParaRPr lang="es-SV" dirty="0"/>
          </a:p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CF9E680-637E-4816-96C6-73999363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5818" y="1969140"/>
            <a:ext cx="3797527" cy="1240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8101A06-E010-4A4E-B497-CD539F412D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5818" y="3429000"/>
            <a:ext cx="4168501" cy="255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1248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99429F-8B35-48AA-852A-ECA5DBA1F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Bucle do-</a:t>
            </a:r>
            <a:r>
              <a:rPr lang="es-SV" dirty="0" err="1"/>
              <a:t>while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E8182A-10C8-4E51-8788-708AAFAF7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Sintaxis básica</a:t>
            </a:r>
          </a:p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425CA6A-09AC-4125-8D35-34DCC02BA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138" y="2362108"/>
            <a:ext cx="2842506" cy="106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716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5CEBA-F20D-469E-9CF3-AADED42D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 Bucle </a:t>
            </a:r>
            <a:r>
              <a:rPr lang="es-SV" dirty="0" err="1"/>
              <a:t>for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C6885A5-97DA-488C-95CB-63D47CE7B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dirty="0"/>
              <a:t>Sintaxis</a:t>
            </a:r>
          </a:p>
          <a:p>
            <a:endParaRPr lang="es-SV" dirty="0"/>
          </a:p>
          <a:p>
            <a:endParaRPr lang="es-SV" dirty="0"/>
          </a:p>
          <a:p>
            <a:r>
              <a:rPr lang="es-SV" dirty="0"/>
              <a:t>Ejemplo</a:t>
            </a:r>
          </a:p>
          <a:p>
            <a:endParaRPr lang="es-SV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0E2D0A3-1859-439D-AA29-7172AFA21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633" y="2291026"/>
            <a:ext cx="3375953" cy="93734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7CBC635-892A-434B-BE0D-676BDA994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0633" y="3408743"/>
            <a:ext cx="3314987" cy="246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22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D2140-76F1-43F2-A911-ED656F3E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Ejercicio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BE953B-78FD-4F1C-9E31-714F6BDBB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70000" lnSpcReduction="20000"/>
          </a:bodyPr>
          <a:lstStyle/>
          <a:p>
            <a:r>
              <a:rPr lang="es-SV" dirty="0"/>
              <a:t>Programar una calculadora básica en ventada de consola, usando sentencias IF ELSE</a:t>
            </a:r>
          </a:p>
          <a:p>
            <a:r>
              <a:rPr lang="es-SV" dirty="0"/>
              <a:t>Modificar la calculadora para implementar el uso de la sentencia </a:t>
            </a:r>
            <a:r>
              <a:rPr lang="es-SV" dirty="0" err="1"/>
              <a:t>Switch</a:t>
            </a:r>
            <a:r>
              <a:rPr lang="es-SV" dirty="0"/>
              <a:t>.</a:t>
            </a:r>
          </a:p>
          <a:p>
            <a:r>
              <a:rPr lang="es-SV" dirty="0"/>
              <a:t>Realizar una validación con operador ternario para validar si un alumno con una nota X aprueba </a:t>
            </a:r>
            <a:r>
              <a:rPr lang="es-SV"/>
              <a:t>o reprueba.</a:t>
            </a:r>
            <a:endParaRPr lang="es-SV" dirty="0"/>
          </a:p>
          <a:p>
            <a:r>
              <a:rPr lang="es-SV" dirty="0"/>
              <a:t>Imprimir en pantalla los números del 1 al 100.</a:t>
            </a:r>
          </a:p>
          <a:p>
            <a:r>
              <a:rPr lang="es-SV" dirty="0"/>
              <a:t>Mostrar en pantalla las tablas de multiplicar del 1 al 5</a:t>
            </a:r>
          </a:p>
          <a:p>
            <a:endParaRPr lang="es-SV" dirty="0"/>
          </a:p>
          <a:p>
            <a:r>
              <a:rPr lang="es-SV" dirty="0"/>
              <a:t>Dibujar en pantalla:     </a:t>
            </a:r>
          </a:p>
          <a:p>
            <a:pPr marL="0" indent="0">
              <a:buNone/>
            </a:pPr>
            <a:r>
              <a:rPr lang="es-SV" dirty="0"/>
              <a:t>	   *</a:t>
            </a:r>
          </a:p>
          <a:p>
            <a:pPr marL="0" indent="0">
              <a:buNone/>
            </a:pPr>
            <a:r>
              <a:rPr lang="es-SV" dirty="0"/>
              <a:t>	  ***</a:t>
            </a:r>
          </a:p>
          <a:p>
            <a:pPr marL="0" indent="0">
              <a:buNone/>
            </a:pPr>
            <a:r>
              <a:rPr lang="es-SV" dirty="0"/>
              <a:t>	 *****</a:t>
            </a:r>
          </a:p>
          <a:p>
            <a:pPr marL="0" indent="0">
              <a:buNone/>
            </a:pPr>
            <a:r>
              <a:rPr lang="es-SV" dirty="0"/>
              <a:t>	*******</a:t>
            </a:r>
          </a:p>
        </p:txBody>
      </p:sp>
    </p:spTree>
    <p:extLst>
      <p:ext uri="{BB962C8B-B14F-4D97-AF65-F5344CB8AC3E}">
        <p14:creationId xmlns:p14="http://schemas.microsoft.com/office/powerpoint/2010/main" val="1021765051"/>
      </p:ext>
    </p:extLst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3" ma:contentTypeDescription="Crear nuevo documento." ma:contentTypeScope="" ma:versionID="61512e65a39c8587e39d98605cbaa544">
  <xsd:schema xmlns:xsd="http://www.w3.org/2001/XMLSchema" xmlns:xs="http://www.w3.org/2001/XMLSchema" xmlns:p="http://schemas.microsoft.com/office/2006/metadata/properties" xmlns:ns2="e117c542-0ee9-44bb-82f0-7089e9925f89" targetNamespace="http://schemas.microsoft.com/office/2006/metadata/properties" ma:root="true" ma:fieldsID="26971e7a51303c9b4ea934ce6bd8c03c" ns2:_="">
    <xsd:import namespace="e117c542-0ee9-44bb-82f0-7089e9925f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17c542-0ee9-44bb-82f0-7089e9925f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2ABC47A-8224-459A-95A9-397773D9D8D9}"/>
</file>

<file path=customXml/itemProps2.xml><?xml version="1.0" encoding="utf-8"?>
<ds:datastoreItem xmlns:ds="http://schemas.openxmlformats.org/officeDocument/2006/customXml" ds:itemID="{DA610FE3-67D8-4A29-9D5D-440E04910A3D}"/>
</file>

<file path=customXml/itemProps3.xml><?xml version="1.0" encoding="utf-8"?>
<ds:datastoreItem xmlns:ds="http://schemas.openxmlformats.org/officeDocument/2006/customXml" ds:itemID="{F0162602-073F-49D7-A354-7AD3300502DC}"/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197</TotalTime>
  <Words>444</Words>
  <Application>Microsoft Office PowerPoint</Application>
  <PresentationFormat>Panorámica</PresentationFormat>
  <Paragraphs>92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quote-cjk-patch</vt:lpstr>
      <vt:lpstr>Galería</vt:lpstr>
      <vt:lpstr>Especialización III: Lenguaje de Programación</vt:lpstr>
      <vt:lpstr>Estructura general de un programa de C#</vt:lpstr>
      <vt:lpstr>Definición de Variables y tipos de Datos en C#</vt:lpstr>
      <vt:lpstr>Definición de Variables en C#</vt:lpstr>
      <vt:lpstr>Tipos de Datos</vt:lpstr>
      <vt:lpstr>Instrucciones y bucles de C# if : lógica condicional</vt:lpstr>
      <vt:lpstr>SENTENCIA IF</vt:lpstr>
      <vt:lpstr>Operadores de Comparación</vt:lpstr>
      <vt:lpstr>SENTENCIA IF-ELSE</vt:lpstr>
      <vt:lpstr>Operadores Lógicos</vt:lpstr>
      <vt:lpstr>Operador Ternario</vt:lpstr>
      <vt:lpstr>Instrucción switch</vt:lpstr>
      <vt:lpstr>Bucle while</vt:lpstr>
      <vt:lpstr>Bucle do-while</vt:lpstr>
      <vt:lpstr> Bucle for</vt:lpstr>
      <vt:lpstr>Ejercicio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Cesar Palacios</dc:creator>
  <cp:lastModifiedBy>Cesar Palacios</cp:lastModifiedBy>
  <cp:revision>7</cp:revision>
  <dcterms:created xsi:type="dcterms:W3CDTF">2026-01-31T23:55:50Z</dcterms:created>
  <dcterms:modified xsi:type="dcterms:W3CDTF">2026-02-02T23:52:57Z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