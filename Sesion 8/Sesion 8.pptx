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960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81848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604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55241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57438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631747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93972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44207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60231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82698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5151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4D5BCC4-0D0A-49C8-8B80-1C31594A1567}" type="datetimeFigureOut">
              <a:rPr lang="es-SV" smtClean="0"/>
              <a:t>23/3/2026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14C1F0D-6C22-4930-B498-C13234665519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20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69E8F-372D-4964-8788-54BA660002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0ED8372-2046-481D-80D5-BF2111D107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 dirty="0"/>
          </a:p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525582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F0FA7-FBDD-4AD0-AB0F-296CF0EF3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9277"/>
            <a:ext cx="10515600" cy="1325563"/>
          </a:xfrm>
        </p:spPr>
        <p:txBody>
          <a:bodyPr/>
          <a:lstStyle/>
          <a:p>
            <a:pPr algn="ctr"/>
            <a:r>
              <a:rPr lang="es-SV" dirty="0"/>
              <a:t>Retroalimentación Activa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D573FFF-FE5A-473B-9DF1-E4575FA76CC3}"/>
              </a:ext>
            </a:extLst>
          </p:cNvPr>
          <p:cNvSpPr txBox="1"/>
          <p:nvPr/>
        </p:nvSpPr>
        <p:spPr>
          <a:xfrm>
            <a:off x="5561815" y="5231877"/>
            <a:ext cx="6212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SV" i="1" dirty="0">
                <a:solidFill>
                  <a:srgbClr val="0F1115"/>
                </a:solidFill>
                <a:latin typeface="quote-cjk-patch"/>
              </a:rPr>
              <a:t>“</a:t>
            </a:r>
            <a:r>
              <a:rPr lang="es-SV" b="0" i="1" dirty="0">
                <a:solidFill>
                  <a:srgbClr val="0F1115"/>
                </a:solidFill>
                <a:effectLst/>
                <a:latin typeface="quote-cjk-patch"/>
              </a:rPr>
              <a:t>El aprendizaje no es un destino, es un viaje. Y hoy hacemos una pausa para reflexionar sobre el camino recorrido”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391767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6695B-1F00-4380-8D34-4406BFE63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Reflexión Individual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509CC-9A82-4EED-A07F-49048D626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¿Qué considero que estoy haciendo bien en esta asignatura?</a:t>
            </a:r>
          </a:p>
          <a:p>
            <a:endParaRPr lang="es-SV" dirty="0"/>
          </a:p>
          <a:p>
            <a:r>
              <a:rPr lang="es-SV" dirty="0"/>
              <a:t>¿Qué ha sido lo más desafiante para mí hasta ahora?</a:t>
            </a:r>
          </a:p>
          <a:p>
            <a:endParaRPr lang="es-SV" dirty="0"/>
          </a:p>
          <a:p>
            <a:r>
              <a:rPr lang="es-SV" dirty="0"/>
              <a:t>¿En qué aspecto considero que puedo mejorar?</a:t>
            </a:r>
          </a:p>
        </p:txBody>
      </p:sp>
    </p:spTree>
    <p:extLst>
      <p:ext uri="{BB962C8B-B14F-4D97-AF65-F5344CB8AC3E}">
        <p14:creationId xmlns:p14="http://schemas.microsoft.com/office/powerpoint/2010/main" val="3727042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30019-62DC-41FE-8CCD-E904BB9A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Retroalimentación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D6841E-09D9-4E45-9147-5784C194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Compromiso y Participación</a:t>
            </a:r>
          </a:p>
          <a:p>
            <a:pPr marL="0" indent="0">
              <a:buNone/>
            </a:pPr>
            <a:endParaRPr lang="es-SV" b="1" dirty="0"/>
          </a:p>
          <a:p>
            <a:r>
              <a:rPr lang="es-SV" dirty="0"/>
              <a:t>✅ Asistencia: Alta asistencia a clases, demostrando interés</a:t>
            </a:r>
          </a:p>
          <a:p>
            <a:endParaRPr lang="es-SV" dirty="0"/>
          </a:p>
          <a:p>
            <a:r>
              <a:rPr lang="es-SV" dirty="0"/>
              <a:t>✅ Participación: Muchos estudiantes participan activamente en clase</a:t>
            </a:r>
          </a:p>
          <a:p>
            <a:endParaRPr lang="es-SV" dirty="0"/>
          </a:p>
          <a:p>
            <a:r>
              <a:rPr lang="es-SV" dirty="0"/>
              <a:t>✅ Preguntas: Preguntas frecuentes que demuestran pensamiento crítico</a:t>
            </a:r>
          </a:p>
        </p:txBody>
      </p:sp>
    </p:spTree>
    <p:extLst>
      <p:ext uri="{BB962C8B-B14F-4D97-AF65-F5344CB8AC3E}">
        <p14:creationId xmlns:p14="http://schemas.microsoft.com/office/powerpoint/2010/main" val="282599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8A961-8946-49D3-84AD-F1CAAADE4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Retroalimentación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1FCD22-0BE0-4CF2-96C8-179C5A72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Comprensión de Fundamentos</a:t>
            </a:r>
          </a:p>
          <a:p>
            <a:pPr marL="0" indent="0">
              <a:buNone/>
            </a:pPr>
            <a:endParaRPr lang="es-SV" b="1" dirty="0"/>
          </a:p>
          <a:p>
            <a:r>
              <a:rPr lang="es-SV" dirty="0"/>
              <a:t>✅ Variables y Tipos: Dominio sólido de tipos de datos y conversiones</a:t>
            </a:r>
          </a:p>
          <a:p>
            <a:endParaRPr lang="es-SV" dirty="0"/>
          </a:p>
          <a:p>
            <a:r>
              <a:rPr lang="es-SV" dirty="0"/>
              <a:t>✅ Estructuras de Control: Bucles y condicionales bien comprendidos</a:t>
            </a:r>
          </a:p>
          <a:p>
            <a:endParaRPr lang="es-SV" dirty="0"/>
          </a:p>
          <a:p>
            <a:r>
              <a:rPr lang="es-SV" dirty="0"/>
              <a:t>✅ Métodos: Capacidad para modularizar código de forma efectiva</a:t>
            </a:r>
          </a:p>
        </p:txBody>
      </p:sp>
    </p:spTree>
    <p:extLst>
      <p:ext uri="{BB962C8B-B14F-4D97-AF65-F5344CB8AC3E}">
        <p14:creationId xmlns:p14="http://schemas.microsoft.com/office/powerpoint/2010/main" val="3851448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12C8F-DD39-441C-8AE4-7A76F8CA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Retroalimentación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E7AC0E-9AED-48F7-AD51-3C6EDE974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Avance en POO</a:t>
            </a:r>
          </a:p>
          <a:p>
            <a:pPr marL="0" indent="0">
              <a:buNone/>
            </a:pPr>
            <a:endParaRPr lang="es-SV" b="1" dirty="0"/>
          </a:p>
          <a:p>
            <a:r>
              <a:rPr lang="es-SV" dirty="0"/>
              <a:t>✅ Clases y Objetos: Comprensión clara de la diferencia</a:t>
            </a:r>
          </a:p>
          <a:p>
            <a:endParaRPr lang="es-SV" dirty="0"/>
          </a:p>
          <a:p>
            <a:r>
              <a:rPr lang="es-SV" dirty="0"/>
              <a:t>✅ Encapsulamiento: Uso adecuado de propiedades y modificadores</a:t>
            </a:r>
          </a:p>
          <a:p>
            <a:endParaRPr lang="es-SV" dirty="0"/>
          </a:p>
          <a:p>
            <a:r>
              <a:rPr lang="es-SV" dirty="0"/>
              <a:t>✅ API Básica: Primeros </a:t>
            </a:r>
            <a:r>
              <a:rPr lang="es-SV" dirty="0" err="1"/>
              <a:t>endpoints</a:t>
            </a:r>
            <a:r>
              <a:rPr lang="es-SV" dirty="0"/>
              <a:t> creados exitosamente</a:t>
            </a:r>
          </a:p>
        </p:txBody>
      </p:sp>
    </p:spTree>
    <p:extLst>
      <p:ext uri="{BB962C8B-B14F-4D97-AF65-F5344CB8AC3E}">
        <p14:creationId xmlns:p14="http://schemas.microsoft.com/office/powerpoint/2010/main" val="975988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8E45C7-7B93-41AC-9EF5-AF5ABAFD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Retroalimentación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019417-3044-4A14-87A8-01F807737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b="1" dirty="0"/>
              <a:t>Trabajo en Equipo</a:t>
            </a:r>
          </a:p>
          <a:p>
            <a:pPr marL="0" indent="0">
              <a:buNone/>
            </a:pPr>
            <a:endParaRPr lang="es-SV" dirty="0"/>
          </a:p>
          <a:p>
            <a:r>
              <a:rPr lang="es-SV" dirty="0"/>
              <a:t>✅ Colaboración: Buen apoyo entre compañeros</a:t>
            </a:r>
          </a:p>
          <a:p>
            <a:endParaRPr lang="es-SV" dirty="0"/>
          </a:p>
          <a:p>
            <a:r>
              <a:rPr lang="es-SV" dirty="0"/>
              <a:t>✅ Ayuda mutua: Resolución conjunta de problemas</a:t>
            </a:r>
          </a:p>
        </p:txBody>
      </p:sp>
    </p:spTree>
    <p:extLst>
      <p:ext uri="{BB962C8B-B14F-4D97-AF65-F5344CB8AC3E}">
        <p14:creationId xmlns:p14="http://schemas.microsoft.com/office/powerpoint/2010/main" val="948454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539CF-B2A0-4F85-97B0-A38AE5EA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Competencias Transversales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BF5A6-0E1B-4EAB-A73A-63B05185B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SV" b="1" dirty="0"/>
              <a:t>1. Pensamiento Crítico y Resolución de Problemas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1"/>
                </a:solidFill>
              </a:rPr>
              <a:t>¿Cómo fortalecerlo?</a:t>
            </a:r>
          </a:p>
          <a:p>
            <a:r>
              <a:rPr lang="es-SV" dirty="0"/>
              <a:t>Analizar código y errores que produce la IA no solo “leerlo"</a:t>
            </a:r>
          </a:p>
          <a:p>
            <a:r>
              <a:rPr lang="es-SV" dirty="0"/>
              <a:t>Descomponer problemas grandes en partes pequeñas</a:t>
            </a:r>
          </a:p>
          <a:p>
            <a:r>
              <a:rPr lang="es-SV" dirty="0"/>
              <a:t>Dibujar diagramas antes de codificar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b="1" dirty="0"/>
              <a:t>2. Comunicación Técnica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1"/>
                </a:solidFill>
              </a:rPr>
              <a:t>¿Cómo fortalecerlo?</a:t>
            </a:r>
          </a:p>
          <a:p>
            <a:r>
              <a:rPr lang="es-SV" dirty="0"/>
              <a:t>Comentar el código con explicaciones claras</a:t>
            </a:r>
          </a:p>
          <a:p>
            <a:r>
              <a:rPr lang="es-SV" dirty="0"/>
              <a:t>Presentar soluciones en clase</a:t>
            </a:r>
          </a:p>
          <a:p>
            <a:r>
              <a:rPr lang="es-SV" dirty="0"/>
              <a:t>Ayudar a compañeros explicando conceptos</a:t>
            </a:r>
          </a:p>
        </p:txBody>
      </p:sp>
    </p:spTree>
    <p:extLst>
      <p:ext uri="{BB962C8B-B14F-4D97-AF65-F5344CB8AC3E}">
        <p14:creationId xmlns:p14="http://schemas.microsoft.com/office/powerpoint/2010/main" val="1972734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35006-B17D-4CCB-8DB3-BA711011A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Competencias Transversales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B1420-D31A-4C27-9550-CF53BA263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SV" b="1" dirty="0"/>
              <a:t>3. Autonomía y Aprendizaje Continuo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1"/>
                </a:solidFill>
              </a:rPr>
              <a:t>¿Cómo fortalecerlo?</a:t>
            </a:r>
          </a:p>
          <a:p>
            <a:r>
              <a:rPr lang="es-SV" dirty="0"/>
              <a:t>Explorar la documentación oficial (Microsoft </a:t>
            </a:r>
            <a:r>
              <a:rPr lang="es-SV" dirty="0" err="1"/>
              <a:t>Learn</a:t>
            </a:r>
            <a:r>
              <a:rPr lang="es-SV" dirty="0"/>
              <a:t>) y buscar tutoriales adicionales</a:t>
            </a:r>
          </a:p>
          <a:p>
            <a:r>
              <a:rPr lang="es-SV" dirty="0"/>
              <a:t>Experimentar con IA, usar </a:t>
            </a:r>
            <a:r>
              <a:rPr lang="es-SV" dirty="0" err="1"/>
              <a:t>prompt</a:t>
            </a:r>
            <a:r>
              <a:rPr lang="es-SV" dirty="0"/>
              <a:t> claros y por funcionalidad. Pedir a la IA explicación del </a:t>
            </a:r>
            <a:r>
              <a:rPr lang="es-SV" dirty="0" err="1"/>
              <a:t>codigo</a:t>
            </a:r>
            <a:r>
              <a:rPr lang="es-SV" dirty="0"/>
              <a:t>.</a:t>
            </a:r>
          </a:p>
          <a:p>
            <a:r>
              <a:rPr lang="es-SV" dirty="0"/>
              <a:t>Probar código propio, no solo el de clase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b="1" dirty="0"/>
              <a:t>4. Trabajo en Equipo</a:t>
            </a:r>
          </a:p>
          <a:p>
            <a:pPr marL="0" indent="0">
              <a:buNone/>
            </a:pPr>
            <a:r>
              <a:rPr lang="es-SV" dirty="0">
                <a:solidFill>
                  <a:schemeClr val="accent1"/>
                </a:solidFill>
              </a:rPr>
              <a:t>¿Cómo fortalecerlo?</a:t>
            </a:r>
          </a:p>
          <a:p>
            <a:r>
              <a:rPr lang="es-SV" dirty="0" err="1"/>
              <a:t>Pair</a:t>
            </a:r>
            <a:r>
              <a:rPr lang="es-SV" dirty="0"/>
              <a:t> </a:t>
            </a:r>
            <a:r>
              <a:rPr lang="es-SV" dirty="0" err="1"/>
              <a:t>programming</a:t>
            </a:r>
            <a:r>
              <a:rPr lang="es-SV" dirty="0"/>
              <a:t> (programar en parejas)</a:t>
            </a:r>
          </a:p>
          <a:p>
            <a:r>
              <a:rPr lang="es-SV" dirty="0"/>
              <a:t>Revisar el código de otros</a:t>
            </a:r>
          </a:p>
          <a:p>
            <a:r>
              <a:rPr lang="es-SV" dirty="0"/>
              <a:t>Participar activamente en foros/grupos</a:t>
            </a:r>
          </a:p>
        </p:txBody>
      </p:sp>
    </p:spTree>
    <p:extLst>
      <p:ext uri="{BB962C8B-B14F-4D97-AF65-F5344CB8AC3E}">
        <p14:creationId xmlns:p14="http://schemas.microsoft.com/office/powerpoint/2010/main" val="263130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92FC6-E7C6-456C-AB02-DDAC8AEC7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Diálogo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1FC670-E81D-430A-A1B8-BD3A1CC2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/>
              <a:t>1. ¿Qué ha sido lo más útil para su aprendizaje hasta ahora?</a:t>
            </a:r>
          </a:p>
          <a:p>
            <a:pPr marL="0" indent="0">
              <a:buNone/>
            </a:pPr>
            <a:r>
              <a:rPr lang="es-SV" dirty="0"/>
              <a:t>2. ¿Qué cambiarían de la dinámica de clase?</a:t>
            </a:r>
          </a:p>
          <a:p>
            <a:pPr marL="0" indent="0">
              <a:buNone/>
            </a:pPr>
            <a:r>
              <a:rPr lang="es-SV" dirty="0"/>
              <a:t>3. ¿Qué temas les gustaría profundizar más?</a:t>
            </a:r>
          </a:p>
          <a:p>
            <a:pPr marL="0" indent="0">
              <a:buNone/>
            </a:pPr>
            <a:r>
              <a:rPr lang="es-SV" dirty="0"/>
              <a:t>4. ¿Qué dificultades específicas están enfrentando?</a:t>
            </a:r>
          </a:p>
          <a:p>
            <a:pPr marL="0" indent="0">
              <a:buNone/>
            </a:pPr>
            <a:r>
              <a:rPr lang="es-SV" dirty="0"/>
              <a:t>5. ¿Cómo podemos ayudarnos entre todos?</a:t>
            </a:r>
          </a:p>
          <a:p>
            <a:pPr marL="0" indent="0">
              <a:buNone/>
            </a:pPr>
            <a:r>
              <a:rPr lang="es-SV" dirty="0"/>
              <a:t>6. ¿Qué funciona bien en la forma en que trabajamos?</a:t>
            </a:r>
          </a:p>
          <a:p>
            <a:pPr marL="0" indent="0">
              <a:buNone/>
            </a:pPr>
            <a:r>
              <a:rPr lang="es-SV" dirty="0"/>
              <a:t>7. ¿Qué podemos hacer para que la clase sea más efectiva?</a:t>
            </a:r>
          </a:p>
          <a:p>
            <a:pPr marL="0" indent="0">
              <a:buNone/>
            </a:pPr>
            <a:r>
              <a:rPr lang="es-SV" dirty="0"/>
              <a:t>8. ¿Qué apoyo necesitan para alcanzar los objetivos?</a:t>
            </a:r>
          </a:p>
        </p:txBody>
      </p:sp>
    </p:spTree>
    <p:extLst>
      <p:ext uri="{BB962C8B-B14F-4D97-AF65-F5344CB8AC3E}">
        <p14:creationId xmlns:p14="http://schemas.microsoft.com/office/powerpoint/2010/main" val="8253390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CBC517-19CD-4C09-9BC9-A4662BD4B8B9}"/>
</file>

<file path=customXml/itemProps2.xml><?xml version="1.0" encoding="utf-8"?>
<ds:datastoreItem xmlns:ds="http://schemas.openxmlformats.org/officeDocument/2006/customXml" ds:itemID="{A1C8AA91-C118-46F6-AF4B-76E950E57E13}"/>
</file>

<file path=customXml/itemProps3.xml><?xml version="1.0" encoding="utf-8"?>
<ds:datastoreItem xmlns:ds="http://schemas.openxmlformats.org/officeDocument/2006/customXml" ds:itemID="{E4F7F8EE-E102-4EE5-B7CA-C941FBFF293E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</TotalTime>
  <Words>421</Words>
  <Application>Microsoft Office PowerPoint</Application>
  <PresentationFormat>Panorámica</PresentationFormat>
  <Paragraphs>74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quote-cjk-patch</vt:lpstr>
      <vt:lpstr>Retrospección</vt:lpstr>
      <vt:lpstr>Especialización III: Lenguaje de Programación</vt:lpstr>
      <vt:lpstr>Retroalimentación Activa</vt:lpstr>
      <vt:lpstr>Reflexión Individual</vt:lpstr>
      <vt:lpstr>Retroalimentación</vt:lpstr>
      <vt:lpstr>Retroalimentación</vt:lpstr>
      <vt:lpstr>Retroalimentación</vt:lpstr>
      <vt:lpstr>Retroalimentación</vt:lpstr>
      <vt:lpstr>Competencias Transversales</vt:lpstr>
      <vt:lpstr>Competencias Transversales</vt:lpstr>
      <vt:lpstr>Diálogo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3</cp:revision>
  <dcterms:created xsi:type="dcterms:W3CDTF">2026-03-23T23:47:26Z</dcterms:created>
  <dcterms:modified xsi:type="dcterms:W3CDTF">2026-03-24T00:07:37Z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